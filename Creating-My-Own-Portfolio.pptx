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hyperlink" Target="https://gamma.app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33199" y="2440186"/>
            <a:ext cx="7477601" cy="16663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6561"/>
              </a:lnSpc>
              <a:buNone/>
            </a:pPr>
            <a:r>
              <a:rPr lang="en-US" sz="5249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Creating My Own Portfolio</a:t>
            </a:r>
            <a:endParaRPr lang="en-US" sz="5249" dirty="0"/>
          </a:p>
        </p:txBody>
      </p:sp>
      <p:sp>
        <p:nvSpPr>
          <p:cNvPr id="5" name="Text 2"/>
          <p:cNvSpPr/>
          <p:nvPr/>
        </p:nvSpPr>
        <p:spPr>
          <a:xfrm>
            <a:off x="833199" y="4439841"/>
            <a:ext cx="7477601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Welcome to my portfolio! A visual showcase of my skills, achievements, and experience. Together, let's explore my journey towards success.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833199" y="5417225"/>
            <a:ext cx="355402" cy="355402"/>
          </a:xfrm>
          <a:prstGeom prst="roundRect">
            <a:avLst>
              <a:gd name="adj" fmla="val 25726039"/>
            </a:avLst>
          </a:prstGeom>
          <a:solidFill>
            <a:srgbClr val="ACF3C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07971" y="5412105"/>
            <a:ext cx="205740" cy="3657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152" dirty="0">
                <a:solidFill>
                  <a:srgbClr val="3C38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sm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1299686" y="5400556"/>
            <a:ext cx="2369820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3062"/>
              </a:lnSpc>
              <a:buNone/>
            </a:pPr>
            <a:r>
              <a:rPr lang="en-US" sz="2187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by saugata malakar</a:t>
            </a:r>
            <a:endParaRPr lang="en-US" sz="2187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10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319599" y="3067883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Introduction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6319599" y="409551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Hello there! I'm delighted to introduce myself to you. With my passion for web design and dedication to creating stunning digital experiences, I strive to make a lasting impact in the industry.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7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037993" y="3767614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endParaRPr lang="en-US" sz="4374" dirty="0"/>
          </a:p>
        </p:txBody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33199" y="1616750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About Me</a:t>
            </a:r>
            <a:endParaRPr lang="en-US" sz="4374" dirty="0"/>
          </a:p>
        </p:txBody>
      </p:sp>
      <p:sp>
        <p:nvSpPr>
          <p:cNvPr id="5" name="Shape 2"/>
          <p:cNvSpPr/>
          <p:nvPr/>
        </p:nvSpPr>
        <p:spPr>
          <a:xfrm>
            <a:off x="833199" y="2817971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8E8E3"/>
          </a:solidFill>
          <a:ln w="13811">
            <a:solidFill>
              <a:srgbClr val="D1D1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0722" y="2859643"/>
            <a:ext cx="14478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4"/>
          <p:cNvSpPr/>
          <p:nvPr/>
        </p:nvSpPr>
        <p:spPr>
          <a:xfrm>
            <a:off x="1555313" y="2894290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Passion-driven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1555313" y="3463647"/>
            <a:ext cx="8584287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Web designer with a love for creativity and innovation.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833199" y="4214813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8E8E3"/>
          </a:solidFill>
          <a:ln w="13811">
            <a:solidFill>
              <a:srgbClr val="D1D1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862" y="4256484"/>
            <a:ext cx="19050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624" dirty="0"/>
          </a:p>
        </p:txBody>
      </p:sp>
      <p:sp>
        <p:nvSpPr>
          <p:cNvPr id="11" name="Text 8"/>
          <p:cNvSpPr/>
          <p:nvPr/>
        </p:nvSpPr>
        <p:spPr>
          <a:xfrm>
            <a:off x="1555313" y="4291132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Experienced</a:t>
            </a:r>
            <a:endParaRPr lang="en-US" sz="2187" dirty="0"/>
          </a:p>
        </p:txBody>
      </p:sp>
      <p:sp>
        <p:nvSpPr>
          <p:cNvPr id="12" name="Text 9"/>
          <p:cNvSpPr/>
          <p:nvPr/>
        </p:nvSpPr>
        <p:spPr>
          <a:xfrm>
            <a:off x="1555313" y="4860488"/>
            <a:ext cx="8584287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Combined years of experience in front-end development and UI/UX design.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833199" y="5611654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8E8E3"/>
          </a:solidFill>
          <a:ln w="13811">
            <a:solidFill>
              <a:srgbClr val="D1D1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1672" y="5653326"/>
            <a:ext cx="18288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624" dirty="0"/>
          </a:p>
        </p:txBody>
      </p:sp>
      <p:sp>
        <p:nvSpPr>
          <p:cNvPr id="15" name="Text 12"/>
          <p:cNvSpPr/>
          <p:nvPr/>
        </p:nvSpPr>
        <p:spPr>
          <a:xfrm>
            <a:off x="1555313" y="5687973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Adaptable</a:t>
            </a:r>
            <a:endParaRPr lang="en-US" sz="2187" dirty="0"/>
          </a:p>
        </p:txBody>
      </p:sp>
      <p:sp>
        <p:nvSpPr>
          <p:cNvPr id="16" name="Text 13"/>
          <p:cNvSpPr/>
          <p:nvPr/>
        </p:nvSpPr>
        <p:spPr>
          <a:xfrm>
            <a:off x="1555313" y="6257330"/>
            <a:ext cx="8584287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Capable of working in diverse teams and adapting to dynamic projects.</a:t>
            </a:r>
            <a:endParaRPr lang="en-US" sz="17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pic>
        <p:nvPicPr>
          <p:cNvPr id="18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037993" y="2572107"/>
            <a:ext cx="596646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Skills and Achievements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037993" y="3821906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UI/UX Design</a:t>
            </a:r>
            <a:endParaRPr lang="en-US" sz="2187" dirty="0"/>
          </a:p>
        </p:txBody>
      </p:sp>
      <p:sp>
        <p:nvSpPr>
          <p:cNvPr id="6" name="Text 3"/>
          <p:cNvSpPr/>
          <p:nvPr/>
        </p:nvSpPr>
        <p:spPr>
          <a:xfrm>
            <a:off x="2037993" y="4391263"/>
            <a:ext cx="3156347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Creating intuitive user experiences through stunning visual designs.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743932" y="3821906"/>
            <a:ext cx="290322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Front-end Development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5743932" y="4391263"/>
            <a:ext cx="3156347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Building responsive websites with HTML, CSS, and JavaScript.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449872" y="3821906"/>
            <a:ext cx="249936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Management</a:t>
            </a:r>
            <a:endParaRPr lang="en-US" sz="2187" dirty="0"/>
          </a:p>
        </p:txBody>
      </p:sp>
      <p:sp>
        <p:nvSpPr>
          <p:cNvPr id="10" name="Text 7"/>
          <p:cNvSpPr/>
          <p:nvPr/>
        </p:nvSpPr>
        <p:spPr>
          <a:xfrm>
            <a:off x="9449872" y="4391263"/>
            <a:ext cx="3156347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Leading teams to successful project completion and exceeding client expectations.</a:t>
            </a:r>
            <a:endParaRPr lang="en-US" sz="1750" dirty="0"/>
          </a:p>
        </p:txBody>
      </p:sp>
      <p:pic>
        <p:nvPicPr>
          <p:cNvPr id="11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037993" y="1570315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Portfolio</a:t>
            </a:r>
            <a:endParaRPr lang="en-US" sz="4374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993" y="2709029"/>
            <a:ext cx="3295888" cy="20369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37993" y="5023604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Website Design</a:t>
            </a:r>
            <a:endParaRPr lang="en-US" sz="2187" dirty="0"/>
          </a:p>
        </p:txBody>
      </p:sp>
      <p:sp>
        <p:nvSpPr>
          <p:cNvPr id="7" name="Text 3"/>
          <p:cNvSpPr/>
          <p:nvPr/>
        </p:nvSpPr>
        <p:spPr>
          <a:xfrm>
            <a:off x="2037993" y="5592961"/>
            <a:ext cx="3295888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Showcasing my expertise in crafting visually appealing and user-friendly websites.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137" y="2709029"/>
            <a:ext cx="3296007" cy="2037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667137" y="5023723"/>
            <a:ext cx="308610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Mobile App Development</a:t>
            </a:r>
            <a:endParaRPr lang="en-US" sz="2187" dirty="0"/>
          </a:p>
        </p:txBody>
      </p:sp>
      <p:sp>
        <p:nvSpPr>
          <p:cNvPr id="10" name="Text 5"/>
          <p:cNvSpPr/>
          <p:nvPr/>
        </p:nvSpPr>
        <p:spPr>
          <a:xfrm>
            <a:off x="5667137" y="5593080"/>
            <a:ext cx="3296007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Highlighting my skills in creating seamless mobile experiences across platforms.</a:t>
            </a:r>
            <a:endParaRPr lang="en-US" sz="1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0" y="2709029"/>
            <a:ext cx="3296007" cy="2037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296400" y="5023723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Branding</a:t>
            </a:r>
            <a:endParaRPr lang="en-US" sz="2187" dirty="0"/>
          </a:p>
        </p:txBody>
      </p:sp>
      <p:sp>
        <p:nvSpPr>
          <p:cNvPr id="13" name="Text 7"/>
          <p:cNvSpPr/>
          <p:nvPr/>
        </p:nvSpPr>
        <p:spPr>
          <a:xfrm>
            <a:off x="9296400" y="5593080"/>
            <a:ext cx="3296007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Exploring my ability to create memorable and impactful brand identities for businesses.</a:t>
            </a:r>
            <a:endParaRPr lang="en-US" sz="1750" dirty="0"/>
          </a:p>
        </p:txBody>
      </p:sp>
      <p:pic>
        <p:nvPicPr>
          <p:cNvPr id="14" name="Image 4" descr="preencoded.png">
            <a:hlinkClick r:id="rId6" tooltip="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33199" y="1283732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Contact Me</a:t>
            </a:r>
            <a:endParaRPr lang="en-US" sz="4374" dirty="0"/>
          </a:p>
        </p:txBody>
      </p:sp>
      <p:sp>
        <p:nvSpPr>
          <p:cNvPr id="5" name="Shape 2"/>
          <p:cNvSpPr/>
          <p:nvPr/>
        </p:nvSpPr>
        <p:spPr>
          <a:xfrm>
            <a:off x="833199" y="2311360"/>
            <a:ext cx="9306401" cy="1396722"/>
          </a:xfrm>
          <a:prstGeom prst="roundRect">
            <a:avLst>
              <a:gd name="adj" fmla="val 7159"/>
            </a:avLst>
          </a:prstGeom>
          <a:solidFill>
            <a:srgbClr val="E8E8E3"/>
          </a:solidFill>
          <a:ln w="13811">
            <a:solidFill>
              <a:srgbClr val="D1D1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9181" y="2547342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Email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1069181" y="3116699"/>
            <a:ext cx="8834438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Send me an email at malakarg95@gmail.com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33199" y="3930253"/>
            <a:ext cx="9306401" cy="1396722"/>
          </a:xfrm>
          <a:prstGeom prst="roundRect">
            <a:avLst>
              <a:gd name="adj" fmla="val 7159"/>
            </a:avLst>
          </a:prstGeom>
          <a:solidFill>
            <a:srgbClr val="E8E8E3"/>
          </a:solidFill>
          <a:ln w="13811">
            <a:solidFill>
              <a:srgbClr val="D1D1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9181" y="4166235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Phone</a:t>
            </a:r>
            <a:endParaRPr lang="en-US" sz="2187" dirty="0"/>
          </a:p>
        </p:txBody>
      </p:sp>
      <p:sp>
        <p:nvSpPr>
          <p:cNvPr id="10" name="Text 7"/>
          <p:cNvSpPr/>
          <p:nvPr/>
        </p:nvSpPr>
        <p:spPr>
          <a:xfrm>
            <a:off x="1069181" y="4735592"/>
            <a:ext cx="8834438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Reach out to me at +918240541867 for a chat about exciting opportunities.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33199" y="5549146"/>
            <a:ext cx="9306401" cy="1396722"/>
          </a:xfrm>
          <a:prstGeom prst="roundRect">
            <a:avLst>
              <a:gd name="adj" fmla="val 7159"/>
            </a:avLst>
          </a:prstGeom>
          <a:solidFill>
            <a:srgbClr val="E8E8E3"/>
          </a:solidFill>
          <a:ln w="13811">
            <a:solidFill>
              <a:srgbClr val="D1D1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181" y="5785128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Social Media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69181" y="6354485"/>
            <a:ext cx="8834438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with me on LinkedIn and Twitter for updates and collaboration.</a:t>
            </a:r>
            <a:endParaRPr lang="en-US" sz="17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pic>
        <p:nvPicPr>
          <p:cNvPr id="15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2023-10-29T08:56:40Z</dcterms:created>
  <dcterms:modified xsi:type="dcterms:W3CDTF">2023-10-29T08:56:40Z</dcterms:modified>
</cp:coreProperties>
</file>